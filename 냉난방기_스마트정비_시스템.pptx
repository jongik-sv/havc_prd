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284C7"/>
                </a:solidFill>
                <a:latin typeface="Malgun Gothic"/>
              </a:defRPr>
            </a:pPr>
            <a:r>
              <a:t>냉난방기 스마트 정비시스템</a:t>
            </a:r>
          </a:p>
          <a:p>
            <a:r>
              <a:t>프로세스 설명서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75569"/>
                </a:solidFill>
                <a:latin typeface="Malgun Gothic"/>
              </a:defRPr>
            </a:pPr>
            <a:r>
              <a:t>현업 담당자용 가이드 | Ver 1.0 (2025.12.13)</a:t>
            </a:r>
          </a:p>
          <a:p>
            <a:pPr>
              <a:defRPr sz="2000">
                <a:solidFill>
                  <a:srgbClr val="475569"/>
                </a:solidFill>
                <a:latin typeface="Malgun Gothic"/>
              </a:defRPr>
            </a:pPr>
            <a:r>
              <a:t>작성: DMES팀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1. 시스템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시스템 개요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공조설비의 고장신고부터 정비완료까지 전 과정을 디지털화하여 효율적인 정비를 지원합니다.</a:t>
            </a:r>
            <a:br/>
            <a:br/>
            <a:r>
              <a:t>- QR코드 스캔으로 빠른 신고</a:t>
            </a:r>
            <a:br/>
            <a:r>
              <a:t>- 실시간 진행상황 확인 (신고~승인~완료)</a:t>
            </a:r>
            <a:br/>
            <a:r>
              <a:t>- 모바일/웹 완벽 연동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1.2 주요 특징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QR코드 기반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설비 QR 스캔으로 장비 정보 자동 로드.</a:t>
            </a:r>
            <a:br/>
            <a:r>
              <a:t>장비코드/위치 입력 불필요.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37160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실시간 알림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주요 단계별 담당자 자동 알림.</a:t>
            </a:r>
            <a:br/>
            <a:r>
              <a:t>(신고, 승인, 시작, 완료 등)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6616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모바일/웹 연동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현장: 모바일 앱</a:t>
            </a:r>
            <a:br/>
            <a:r>
              <a:t>사무실: 웹 시스템</a:t>
            </a:r>
            <a:br/>
            <a:r>
              <a:t>언제 어디서나 업무 처리 가능.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56616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백업 기능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QR 미인식/네트워크 오류 등</a:t>
            </a:r>
            <a:br/>
            <a:r>
              <a:t>예외 상황 시 관리자 웹 대행 처리.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2. 전체 프로세스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4단계 정비 프로세스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1. [Step 1] 고장신고 &amp; 승인 (현장/승인권자)</a:t>
            </a:r>
            <a:br/>
            <a:r>
              <a:t>2. [Step 2] 방문예정일 등록 (정비접수자)</a:t>
            </a:r>
            <a:br/>
            <a:r>
              <a:t>3. [Step 3] 작업 시작 &amp; 완료 (정비담당자)</a:t>
            </a:r>
            <a:br/>
            <a:r>
              <a:t>4. [Step 4] 작업 종료 &amp; 평가 (관리자)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3. Step 1: 고장신고 &amp; 승인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담당자: 신고담당자 / 승인권자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[고장신고]</a:t>
            </a:r>
            <a:br/>
            <a:r>
              <a:t>1. 앱 실행 &gt; '고장' 또는 'Overhaul' 선택</a:t>
            </a:r>
            <a:br/>
            <a:r>
              <a:t>2. QR코드 1차 스캔 (설비 정보 자동 로드)</a:t>
            </a:r>
            <a:br/>
            <a:r>
              <a:t>3. 증상 입력 및 전송</a:t>
            </a:r>
            <a:br/>
            <a:br/>
            <a:r>
              <a:t>[승인처리]</a:t>
            </a:r>
            <a:br/>
            <a:r>
              <a:t>- 알림 수신 후 승인 또는 반려 처리</a:t>
            </a:r>
            <a:br/>
            <a:r>
              <a:t>- 승인 시 방문요청일 지정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4. Step 2: 방문예정일 등록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담당자: 정비접수자 (협력사)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1. 접수 내역 확인 및 담당자 지정</a:t>
            </a:r>
            <a:br/>
            <a:r>
              <a:t>2. 방문 예정일 입력</a:t>
            </a:r>
            <a:br/>
            <a:r>
              <a:t>3. 신고자에게 일정 알림 자동 발송</a:t>
            </a:r>
            <a:br/>
            <a:br/>
            <a:r>
              <a:t>* 일정 변경 시 사유 등록 후 수정 (재알림 발송)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5. Step 3: 작업 시작 &amp; 완료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담당자: 정비담당자 (협력사)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[작업 시작]</a:t>
            </a:r>
            <a:br/>
            <a:r>
              <a:t>- 현장 도착 후 QR코드 2차 스캔</a:t>
            </a:r>
            <a:br/>
            <a:r>
              <a:t>- '작업시작' 등록 (알림 발송)</a:t>
            </a:r>
            <a:br/>
            <a:br/>
            <a:r>
              <a:t>[작업 완료]</a:t>
            </a:r>
            <a:br/>
            <a:r>
              <a:t>- 정비 후 QR코드 3차 스캔</a:t>
            </a:r>
            <a:br/>
            <a:r>
              <a:t>- 조치내용, 부품, 시간 입력 후 '작업완료' 등록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6. Step 4: 작업 종료 &amp; 평가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담당자: 관리자 (설비팀)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1. 작업 완료 알림 수신</a:t>
            </a:r>
            <a:br/>
            <a:r>
              <a:t>2. 완료 대상 확인 및 만족도 평가 (선택사항)</a:t>
            </a:r>
            <a:br/>
            <a:r>
              <a:t>3. 정비 완료 처리 (이력 자동 저장)</a:t>
            </a:r>
            <a:br/>
            <a:br/>
            <a:r>
              <a:t>* 필요 시 취소 사유 입력 후 강제 종료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7. 사용자별 역할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신고담당자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고장 발견/신고</a:t>
            </a:r>
            <a:br/>
            <a:r>
              <a:t>진행현황 조회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37160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승인권자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정비 타당성 검토</a:t>
            </a:r>
            <a:br/>
            <a:r>
              <a:t>승인/반려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6616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정비담당자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실제 수리 수행</a:t>
            </a:r>
            <a:br/>
            <a:r>
              <a:t>시작/완료 QR처리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566160"/>
            <a:ext cx="3886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관리자</a:t>
            </a:r>
          </a:p>
          <a:p>
            <a:pPr>
              <a:spcBef>
                <a:spcPts val="1000"/>
              </a:spcBef>
              <a:defRPr sz="1600">
                <a:solidFill>
                  <a:srgbClr val="475569"/>
                </a:solidFill>
                <a:latin typeface="Malgun Gothic"/>
              </a:defRPr>
            </a:pPr>
            <a:r>
              <a:t>운영 총괄</a:t>
            </a:r>
            <a:br/>
            <a:r>
              <a:t>백업/평가/통계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8. QR코드 활용 (총 3회)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스캔 시점 및 목적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1. [1차] 고장 신고 시</a:t>
            </a:r>
            <a:br/>
            <a:r>
              <a:t>   - 장비정보 로드, 신고 접수</a:t>
            </a:r>
            <a:br/>
            <a:br/>
            <a:r>
              <a:t>2. [2차] 작업 시작 시</a:t>
            </a:r>
            <a:br/>
            <a:r>
              <a:t>   - 현장 도착 확인, 작업 시작 알림</a:t>
            </a:r>
            <a:br/>
            <a:br/>
            <a:r>
              <a:t>3. [3차] 작업 완료 시</a:t>
            </a:r>
            <a:br/>
            <a:r>
              <a:t>   - 작업 종료 확인, 결과 입력 활성화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F172A"/>
                </a:solidFill>
                <a:latin typeface="Malgun Gothic"/>
              </a:defRPr>
            </a:pPr>
            <a:r>
              <a:t>10. 백업(예외처리)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284C7"/>
                </a:solidFill>
                <a:latin typeface="Malgun Gothic"/>
              </a:defRPr>
            </a:pPr>
            <a:r>
              <a:t>관리자 웹을 통한 대행 처리</a:t>
            </a:r>
          </a:p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  <a:latin typeface="Malgun Gothic"/>
              </a:defRPr>
            </a:pPr>
            <a:r>
              <a:t>- 요청 백업: QR/앱 불가 시 대리 신고</a:t>
            </a:r>
            <a:br/>
            <a:r>
              <a:t>- 취소 백업: 잘못된 접수 강제 취소</a:t>
            </a:r>
            <a:br/>
            <a:r>
              <a:t>- 승인 백업: 승인권자 부재 시 대리 승인</a:t>
            </a:r>
            <a:br/>
            <a:r>
              <a:t>- 종료 백업: 정상 종료 누락 건 일괄 처리</a:t>
            </a:r>
            <a:br/>
            <a:r>
              <a:t>- 예정일 변경: 시스템 오류 시 일정 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